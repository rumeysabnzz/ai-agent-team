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8A6514"/>
                </a:solidFill>
              </a:rPr>
              <a:t>M O T İ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1D2B"/>
                </a:solidFill>
              </a:rPr>
              <a:t>2 · Ürün Karşılaştırma Analisti · Haftalık Rakip Taraması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F5C6D"/>
                </a:solidFill>
              </a:rPr>
              <a:t>Tarih: 18.10.2026 · Çalışma şekli: API'siz, Claude aboneliği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Özet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2 · Ürün Karşılaştırma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BOLBÉ kataloğunda 11 ürün var; 4'ünün TL fiyatı bulundu (krem, nem toniği, peptitli HA serum, Sun Drop SPF). Gratis sayfası bu ortamda açılmadı; fiyatlar arama özetlerinden.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9 rakip ürünü BOLBÉ ile kategori olarak eşleşti; 5 rakip ürününde BOLBÉ muadili yok (dudak, asitli tonik, renk düzelticili SPF, yüz spreyi, kapsül krem).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Fiyatı net kıyaslanabilen çiftte (HA/peptit serum) BOLBÉ 395 TL (13,17 TL/ml); Cream Co. 239,90 TL kampanyalı (8,00 TL/ml), liste 599,90 TL (20,00 TL/ml). Kampanya fiyatında BOLBÉ daha pahalı, liste fiyatında daha ucuz.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Nem toniği 200 ml (2,75 TL/ml; Gratis Kart ile 1,37) hacim avantajlı. Rakip tonikler için TL fiyatı bulunamadı.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Rakiplerin Türkiye fiyatları çoğunlukla bir eczane sitesinden (Dermoeczanem) ve ürünler "Tükendi" görünüyor; güncelliği düşük.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Muadil eşleştirme tablosu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2 · Ürün Karşılaştırma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F5C6D"/>
                </a:solidFill>
              </a:rPr>
              <a:t>Fiyatlar TL. K = kampanyalı, L = liste. ml başı = fiyat ÷ hacim.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Kategori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Rakip ürün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Rakip fiyat, ml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ml başı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BOLBÉ muadili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BOLBÉ fiyat, ml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ml başı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Fark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Yüz serumu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 Hyaluronic Acid Peptide Serum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239,90 K / 599,90 L, 30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8,00 K / 20,00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Peptitli Hyalüronik Asit Yüz Serumu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395, 30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13,17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K'ya göre +5,17 TL/ml; L'ye göre −6,83 TL/ml. BOLBÉ'de prebiyotik, beta-glukan var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Yüz serumu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 SOS Serum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259,90 K / 649,90 L, 30 ml (başka satıcı 412,07)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8,66 K / 21,66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Kısmi: Peptitli HA Serumu (seramid)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395, 30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13,17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Aynı kullanım değil; yatıştırma vaadi için Nem Toniği daha yakın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Yüz serumu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The Ordinary Soothing &amp; Barrier Support Serum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1.117,56 L, 30 ml (tek satıcı, tükendi)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37,25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Peptitli HA Serumu (seramid, beta-glukan)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395, 30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13,17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BOLBÉ ml başı yaklaşık 2,8 kat düşük (tek kaynağa dayalı)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Tonik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The Ordinary Saccharomyces Ferment 30% Milky Toner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TL bulunamadı (UK £12,40, 100 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bulunamadı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Hassas Ciltler İçin Nem Toniği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549, 200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2,75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Karşılaştırılamadı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Tonik (asitli)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The Ordinary Glycolic Acid 7% Toner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TL bulunamadı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bulunamadı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Muadil yok → ürün boşluğu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Nemlendirici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 PDRN Collagen Renew Moisturizer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339,90 (tükendi, K/L belirsiz), 50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6,80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Prebiyotikli Yüz Kremi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389, 50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7,78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BOLBÉ +0,98 TL/ml; prebiyotik farkı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Temizleyici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 HA Glow Jelly Cleanser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100 ml: 199,90 K / 409,90 L; 400 ml: 379,90 K / 719,90 L (resmi site)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2,00 K; 0,95 K (400 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Arındırıcı Temizleme Jeli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fiyat, hacim bulunamadı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Karşılaştırılamadı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SPF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 Everyday SPF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299,90 K / 769,90 L, 40 ml (tükendi)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7,50 K / 19,25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SPF+50 Sun Drop Güneş Serumu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159,50 K / 319,50 L, 30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5,32 K / 10,65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BOLBÉ hem kampanya (−2,18 TL/ml) hem liste (−8,60 TL/ml) fiyatında daha uygun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SPF (renkli)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 CC SPF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TL bulunamadı (40 ml sayfası var)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Muadil yok → boşluk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Muadil eşleştirme tablosu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2 · Ürün Karşılaştırma Analisti · Haftalık Rakip Taraması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Kategori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Rakip ürün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Rakip fiyat, ml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ml başı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BOLBÉ muadili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BOLBÉ fiyat, ml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ml başı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Fark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Yüz spreyi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 Peptide Glow Face Mist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252,95 K / 459,90 L (resmi); 229,90 K / 559,90 L (Dermoeczanem), 50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5,06 K / 9,20 L (resmi)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Muadil yok → boşluk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Dudak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The Ordinary HA + Asiaticoside Lip Treatment; Cream Co. 3in1 Lip Balm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TL bulunamadı (TO: $9,90 / €12,30, hacim bulunamadı)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Muadil yok → boşluk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Krem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 SOS Capsule Cream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TL bulunamadı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Prebiyotikli Yüz Kremi (yakın)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389, 50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7,78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Karşılaştırılamadı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Kategori bazında kısa değerlendirme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2 · Ürün Karşılaştırma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Serum:</a:t>
            </a:r>
            <a:r>
              <a:rPr sz="1600" b="0">
                <a:solidFill>
                  <a:srgbClr val="1F1D2B"/>
                </a:solidFill>
              </a:rPr>
              <a:t> BOLBÉ'nin en güçlü örtüştüğü alan. Liste fiyatı karşısında rekabetçi, kampanya fiyatında rakibin gerisinde. Rakip kampanya fiyatları "Tükendi" sayfalardan geliyor, kalıcı olmayabilir.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Tonik:</a:t>
            </a:r>
            <a:r>
              <a:rPr sz="1600" b="0">
                <a:solidFill>
                  <a:srgbClr val="1F1D2B"/>
                </a:solidFill>
              </a:rPr>
              <a:t> BOLBÉ 200 ml ile hacim avantajlı. The Ordinary ürünleri Türkiye'de TL ile doğrulanamadı.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Nemlendirici:</a:t>
            </a:r>
            <a:r>
              <a:rPr sz="1600" b="0">
                <a:solidFill>
                  <a:srgbClr val="1F1D2B"/>
                </a:solidFill>
              </a:rPr>
              <a:t> Fiyat birbirine yakın; belirleyici fark içerik (prebiyotik, hyalüronik asit).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SPF:</a:t>
            </a:r>
            <a:r>
              <a:rPr sz="1600" b="0">
                <a:solidFill>
                  <a:srgbClr val="1F1D2B"/>
                </a:solidFill>
              </a:rPr>
              <a:t> BOLBÉ Sun Drop, Cream Co. Everyday SPF 50'den ml başına hem kampanyada hem listede daha uygun. Fiyat avantajının en net olduğu kategori.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Temizleyici:</a:t>
            </a:r>
            <a:r>
              <a:rPr sz="1600" b="0">
                <a:solidFill>
                  <a:srgbClr val="1F1D2B"/>
                </a:solidFill>
              </a:rPr>
              <a:t> Cream Co. kampanyalarla agresif; BOLBÉ temizleme jeli fiyatı bulunamadığı için yargı yok.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Ürün boşlukları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2 · Ürün Karşılaştırma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1. Dudak bakımı (The Ordinary lansman zinciri ve Cream Co. dudak ürünleri bu kategoride).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2. Asitli/eksfoliyan tonik.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3. Yüz spreyi.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4. Renk düzelticili / renkli SPF.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5. Yatıştırma odaklı ayrı bir serum (SOS Serum, pembe bariyer serumu bu iddiayla öne çıkıyor).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BOLBÉ'nin iletişimde öne çıkarabileceği farklar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2 · Ürün Karşılaştırma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1. </a:t>
            </a:r>
            <a:r>
              <a:rPr sz="1600" b="1">
                <a:solidFill>
                  <a:srgbClr val="1F1D2B"/>
                </a:solidFill>
              </a:rPr>
              <a:t>Prebiyotik:</a:t>
            </a:r>
            <a:r>
              <a:rPr sz="1600" b="0">
                <a:solidFill>
                  <a:srgbClr val="1F1D2B"/>
                </a:solidFill>
              </a:rPr>
              <a:t> İncelenen rakip ürün açıklamalarında prebiyotik öne çıkmıyor; markanın konumlandırması burada ayrışıyor (bu yönde içerik taraması yapılmadı, kesin kıyas değil).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2. </a:t>
            </a:r>
            <a:r>
              <a:rPr sz="1600" b="1">
                <a:solidFill>
                  <a:srgbClr val="1F1D2B"/>
                </a:solidFill>
              </a:rPr>
              <a:t>Birleşik içerik seti:</a:t>
            </a:r>
            <a:r>
              <a:rPr sz="1600" b="0">
                <a:solidFill>
                  <a:srgbClr val="1F1D2B"/>
                </a:solidFill>
              </a:rPr>
              <a:t> Peptit + seramid + beta-glukan + prebiyotik tek serumda (markanın vaadi).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3. </a:t>
            </a:r>
            <a:r>
              <a:rPr sz="1600" b="1">
                <a:solidFill>
                  <a:srgbClr val="1F1D2B"/>
                </a:solidFill>
              </a:rPr>
              <a:t>Hacim/değer:</a:t>
            </a:r>
            <a:r>
              <a:rPr sz="1600" b="0">
                <a:solidFill>
                  <a:srgbClr val="1F1D2B"/>
                </a:solidFill>
              </a:rPr>
              <a:t> 200 ml nem toniği (Gratis Kart ile 1,37 TL/ml) ve Sun Drop SPF (kampanyada 5,32 TL/ml; Cream Co. 7,50).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4. </a:t>
            </a:r>
            <a:r>
              <a:rPr sz="1600" b="1">
                <a:solidFill>
                  <a:srgbClr val="1F1D2B"/>
                </a:solidFill>
              </a:rPr>
              <a:t>Gratis erişimi:</a:t>
            </a:r>
            <a:r>
              <a:rPr sz="1600" b="0">
                <a:solidFill>
                  <a:srgbClr val="1F1D2B"/>
                </a:solidFill>
              </a:rPr>
              <a:t> Mağaza ve online tek noktadan satın alma.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5. </a:t>
            </a:r>
            <a:r>
              <a:rPr sz="1600" b="1">
                <a:solidFill>
                  <a:srgbClr val="1F1D2B"/>
                </a:solidFill>
              </a:rPr>
              <a:t>Dermatolojik test:</a:t>
            </a:r>
            <a:r>
              <a:rPr sz="1600" b="0">
                <a:solidFill>
                  <a:srgbClr val="1F1D2B"/>
                </a:solidFill>
              </a:rPr>
              <a:t> Marka profilindeki ifade, etiketteki biçimiyle kullanılmalı.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Kategori dışı rakip ürünleri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2 · Ürün Karşılaştırma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The Purest Solutions: Smoothing &amp; Renewing Body Scrub, Barrier Repair &amp; Skin Renewal Body Lotion, Hydrate Yourself Set, şampuan serisi. Fiyatlar bu rapor için taranmadı. Not: TPS Vitamin C serumu (30 ml) 599,92 TL (Narecza, indirimli; liste 749,90), ml başı 20,00; BOLBÉ %6 C Vitamini serumu fiyatı bulunamadığı için eşleştirilemedi.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Cream Co.: Toasted Rose (sınırlı seri, kategori belirsiz), Aura Rouge parfüm, dudak/makyaj ürünleri.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Veri sınırları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2 · Ürün Karşılaştırma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gratis.com bu ortamda çözümlenemedi (ENOTFOUND). BOLBÉ fiyatları görevle verilen arama özetlerinden alındı, kaynak sayfada doğrulanmadı. BOLBÉ'nin 7 ürününde fiyat bulunamadı.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WebSearch BOLBÉ'ye dair sonuç döndürmedi; ürün sayfaları açılamadı.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Rakip TL fiyatları ağırlıkla dermoeczanem.com ve creamco.com.tr'den; çoğu "Tükendi", çekim tarihleri belirsiz, K/L ayrımı sayfada yazdığı gibi aktarıldı.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The Ordinary için Türkiye perakende fiyatı (Sephora TR) bulunamadı; yalnız tek satıcıdan (Cloud10 Beauty) bir fiyat var.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İçerik listeleri kısmi; INCI doğrulaması yapılmadı.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Kaynaklar (erişim: 18.10.2026)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2 · Ürün Karşılaştırma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https://www.gratis.com/bolbe-b-61161 (açılamadı)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https://www.gratis.com/yuz-gunes-kremleri/bolbe-spf-50-sun-drop-yuksek-korumali-leke-karsiti-ve-gunluk-gunes-serumu-30-ml-invisible-sun-fluid-p-10215165 (arama özeti)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https://www.dermoeczanem.com/cream-co-hyaluronic-acid-and-peptide-serum-30-ml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https://www.dermoeczanem.com/cream-co-serumlar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https://www.narecza.com/cream-co-hyaluronic-acid-peptide-serum-30-ml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https://www.dermoeczanem.com/cream-co-everyday-spf50-40-ml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https://www.dermoeczanem.com/cream-co-everyday-cc-spf-40-ml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https://www.dermoeczanem.com/cream-co-peptide-glow-face-mist-50-ml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https://creamco.com.tr/en/peptide-glow-face-mist-1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https://creamco.com.tr/en/hyaluronic-acid-glow-jelly-cleanser-400-ml-1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https://www.dermoeczanem.com/cream-co-hyaluronic-acid-glow-jelly-cleanser-100-ml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Kaynaklar (erişim: 18.10.2026)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2 · Ürün Karşılaştırma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https://www.dermoeczanem.com/cream-co-pdrn-collagen-renew-moisturizer-50-ml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https://www.cloud10beauty.com/tr-tr/products/the-ordinary-soothing-barrier-support-serum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https://www.sephora.co.uk/p/the-ordinary-soothing-barrier-support-serum-P1000209462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https://feelunique.com/p/the-ordinary-saccharomyces-ferment-30-milky-toner-100ml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https://www.narecza.com/yuz-serumu (TPS C vitamini serumu)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