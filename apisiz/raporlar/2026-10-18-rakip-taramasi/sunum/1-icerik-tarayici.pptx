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6514"/>
                </a:solidFill>
              </a:rPr>
              <a:t>B O L B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1D2B"/>
                </a:solidFill>
              </a:rPr>
              <a:t>1 · İçerik Tarayıcı · Haftalık Rakip Taraması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F5C6D"/>
                </a:solidFill>
              </a:rPr>
              <a:t>Tarih:</a:t>
            </a:r>
            <a:r>
              <a:rPr sz="1600" b="0">
                <a:solidFill>
                  <a:srgbClr val="5F5C6D"/>
                </a:solidFill>
              </a:rPr>
              <a:t> 18.10.2026 · </a:t>
            </a:r>
            <a:r>
              <a:rPr sz="1600" b="1">
                <a:solidFill>
                  <a:srgbClr val="5F5C6D"/>
                </a:solidFill>
              </a:rPr>
              <a:t>Dönem:</a:t>
            </a:r>
            <a:r>
              <a:rPr sz="1600" b="0">
                <a:solidFill>
                  <a:srgbClr val="5F5C6D"/>
                </a:solidFill>
              </a:rPr>
              <a:t> 11.10–18.10.2026 · </a:t>
            </a:r>
            <a:r>
              <a:rPr sz="1600" b="1">
                <a:solidFill>
                  <a:srgbClr val="5F5C6D"/>
                </a:solidFill>
              </a:rPr>
              <a:t>Kaynak:</a:t>
            </a:r>
            <a:r>
              <a:rPr sz="1600" b="0">
                <a:solidFill>
                  <a:srgbClr val="5F5C6D"/>
                </a:solidFill>
              </a:rPr>
              <a:t> Virale (ChatPlace), 18.10.2026 itibarıyla </a:t>
            </a:r>
            <a:r>
              <a:rPr sz="1600" b="1">
                <a:solidFill>
                  <a:srgbClr val="5F5C6D"/>
                </a:solidFill>
              </a:rPr>
              <a:t>Çalışma şekli:</a:t>
            </a:r>
            <a:r>
              <a:rPr sz="1600" b="0">
                <a:solidFill>
                  <a:srgbClr val="5F5C6D"/>
                </a:solidFill>
              </a:rPr>
              <a:t> API'siz. Claude Code oturumu, Claude aboneliği ve Claude'daki ChatPlace bağlantısı kullanıldı.</a:t>
            </a:r>
          </a:p>
          <a:p>
            <a:r>
              <a:rPr sz="1600" b="0">
                <a:solidFill>
                  <a:srgbClr val="5F5C6D"/>
                </a:solidFill>
              </a:rPr>
              <a:t>Bu adımda yalnızca veri aktarılıyor; yorumlar Strateji Analistinin.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Hesap durumu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Hesap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Takipçi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Virale'deki içerik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Son 8 içeriğin ort. izlenmesi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Purest Solutions (@thepurestsolutions)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164.083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82.217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(@theordinary)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3.120.719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113.231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(@creamco)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73.763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26.520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D2B"/>
                          </a:solidFill>
                        </a:rPr>
                        <a:t>BOLBÉ (@bolbeskincare)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D2B"/>
                          </a:solidFill>
                        </a:rPr>
                        <a:t>8.808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D2B"/>
                          </a:solidFill>
                        </a:rP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D2B"/>
                          </a:solidFill>
                        </a:rPr>
                        <a:t>1.211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The Purest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Son 7 gün: 1 içerik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Beğeni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Yorum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Viral skor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33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Sabah duş + vücut bakımı rutini (Body Scrub + Body Lotion)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100.667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4.153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4,24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yok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The Purest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Önceki içerikler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38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Hydrate Yourself Set (matara), EN/TR açıklama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148.698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5,69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28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Active Body Care serisi lansmanı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21.216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4,59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25.09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55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Yeni şampuan serisi (3 formül)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13.467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0,85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15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Pazar sabah rutini (#sundayreset), 580 yorum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237.806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13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Şampuan serisi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01.09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14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"Skin. Hair. Body." marka mesajı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76.621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2,39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11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Saç bakım serisi teaser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45.406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3,84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The Ordinary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Son 7 gün: 4 içerik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Beğeni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Yorum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Viral skor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16.10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11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Lip Treatment lansmanı: mağazada sakız makinesi oyunu (ürün veya %10 indirim, 14.10–31.12)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136.694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16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"The O. Lip Bar" pop-up, Selfridges London (15–21.10) ve Manchester (26.10–8.11)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70.415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14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HA + Asiaticoside Lip Treatment eğitim içeriği, fiyat $9,90 / €12,30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109.636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0,23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37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"Bizimle ilgili cilt bakımı mitlerini çürütüyoruz"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52.387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yok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The Ordinary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Önceki içerikler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Viral skor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09.10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Teaser: "Coming soon: lips"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228.169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3,14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0,38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09.10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Taipei pop-up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72.235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07.10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"Hangi tonik sana göre?" (iki tonik karşılaştırması)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98.409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Pembe bariyer serumu: kızarıklık, bariyer, nem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137.903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0,24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Cream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Son 7 gün: 3 içerik.</a:t>
            </a:r>
            <a:r>
              <a:rPr sz="1400" b="0">
                <a:solidFill>
                  <a:srgbClr val="5F5C6D"/>
                </a:solidFill>
              </a:rPr>
              <a:t> Beğeniler gizli; Virale beğeniyi 0 gösteriyor, etkileşim oranları gerçeğinden düşük (*).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Yorum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38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Limited Edition Toasted Rose kalıcı olsun mu? (yorum çağrısı)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31.404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0,02*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31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Aura Rouge parfüm, @ecematalay 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5.818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0,14*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19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Peptide Glow Face Mist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33.398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0,01*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3832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Önceki içerikler:</a:t>
            </a:r>
            <a:r>
              <a:rPr sz="1400" b="0">
                <a:solidFill>
                  <a:srgbClr val="5F5C6D"/>
                </a:solidFill>
              </a:rPr>
              <a:t> 09.10 Shimmer Sugar Plum dudak (31.252), 07.10 gece/sabah rutini (6.720), 05.10 dört adımlı rutin: temizle–nemlendir–yenile–koru (89.014), 04.10 @denizyavuz2 ile karma/yağlı cilt rutini (6.976), 03.10 SOS Serum + Capsule Cream ikilisi (7.581).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BOLBÉ (karşılaştırma için)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İzlenme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Beğeni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Yorum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Etk. %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37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 vitamini serumu + SPF 50+, Gratis yönlendirmesi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gizli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0,18*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11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Hyaluronik asit serumu nasıl kullanılır + yorum sorusu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1,64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36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"3 saniyede ürün eşleştir" quiz, Merve 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2.306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D2B"/>
                          </a:solidFill>
                        </a:rPr>
                        <a:t>5,72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7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"Cildin ne zaman dengesini kaybediyor?" trend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gizli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0,16*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08.10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13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Pure Glow Temizleme Balmı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3,90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07.10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Reel 8 sn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Temizleme üçlüsü (tonik, jel, balm)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Dikkat çeken gözlemler (yalnız veri)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The Ordinary dudak ürünü lansmanı:</a:t>
            </a:r>
            <a:r>
              <a:rPr sz="1600" b="0">
                <a:solidFill>
                  <a:srgbClr val="1F1D2B"/>
                </a:solidFill>
              </a:rPr>
              <a:t> 09.10 teaser → 14.10 lansman → 15.10 pop-up → 16.10 mağaza oyunu. 8 gün içinde lansmana bağlı 4 içerik. Lansman zincirinin en yüksek izlenmesi ve viral skoru, dönemden hemen önceki teaser'da (09.10; 228.169 izlenme, hesabın son 8 içerik ortalamasının ~2 katı).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</a:t>
            </a:r>
            <a:r>
              <a:rPr sz="1600" b="1">
                <a:solidFill>
                  <a:srgbClr val="1F1D2B"/>
                </a:solidFill>
              </a:rPr>
              <a:t>Vücut bakımı / hidrasyon rutini:</a:t>
            </a:r>
            <a:r>
              <a:rPr sz="1600" b="0">
                <a:solidFill>
                  <a:srgbClr val="1F1D2B"/>
                </a:solidFill>
              </a:rPr>
              <a:t> TPS'nin en yüksek etkileşimli içerikleri vücut bakımı rutinleri ve matara seti (%4,2–5,7). Şampuan içerikleri %0,85–1,13'te kaldı.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</a:t>
            </a:r>
            <a:r>
              <a:rPr sz="1600" b="1">
                <a:solidFill>
                  <a:srgbClr val="1F1D2B"/>
                </a:solidFill>
              </a:rPr>
              <a:t>Cream Co.:</a:t>
            </a:r>
            <a:r>
              <a:rPr sz="1600" b="0">
                <a:solidFill>
                  <a:srgbClr val="1F1D2B"/>
                </a:solidFill>
              </a:rPr>
              <a:t> Son hafta parfüm, makyaj ve influencer iş birliklerine yöneldi. Rutin anlatan "4 adım" içeriği (89.014) son iki haftanın en çok izleneni.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</a:t>
            </a:r>
            <a:r>
              <a:rPr sz="1600" b="1">
                <a:solidFill>
                  <a:srgbClr val="1F1D2B"/>
                </a:solidFill>
              </a:rPr>
              <a:t>BOLBÉ'nin en iyi içeriği quiz formatı:</a:t>
            </a:r>
            <a:r>
              <a:rPr sz="1600" b="0">
                <a:solidFill>
                  <a:srgbClr val="1F1D2B"/>
                </a:solidFill>
              </a:rPr>
              <a:t> "3 saniyede ürün eşleştir" %5,72 etkileşim ve 19 yorumla hem BOLBÉ'nin hem de bu haftaki tüm rakip içeriklerinin üstünde etkileşim oranına ulaştı. Ürün tanıtım reel'leri 547–1.489 izlenmede kaldı.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</a:t>
            </a:r>
            <a:r>
              <a:rPr sz="1600" b="1">
                <a:solidFill>
                  <a:srgbClr val="1F1D2B"/>
                </a:solidFill>
              </a:rPr>
              <a:t>Format:</a:t>
            </a:r>
            <a:r>
              <a:rPr sz="1600" b="0">
                <a:solidFill>
                  <a:srgbClr val="1F1D2B"/>
                </a:solidFill>
              </a:rPr>
              <a:t> Dört hesapta da son içeriklerin tamamı Reel; Virale'de bu dönem için karusel kaydı yok.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Veri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1 · İçerik Tarayıcı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TPS ve Cream Co. içeriklerinde viral skor yok; Cream Co. ve BOLBÉ'nin bazı içeriklerinde beğeniler gizli (*).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TPS ve Cream Co. Virale'ye 18.10'da eklendi; geçmiş kısmi (21 ve 12 içerik).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Web/basın taraması bu adımda yapılmadı; kampanya bilgileri gönderi açıklamalarından alındı.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