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8A6514"/>
                </a:solidFill>
              </a:rPr>
              <a:t>B O L B 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1D2B"/>
                </a:solidFill>
              </a:rPr>
              <a:t>4 · Erken Uyarı Ajanı · Haftalık Rakip Taraması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F5C6D"/>
                </a:solidFill>
              </a:rPr>
              <a:t>Tarih: 18.10.2026 · Çalışma şekli: API'siz, Claude aboneliği</a:t>
            </a:r>
          </a:p>
          <a:p>
            <a:r>
              <a:rPr sz="1600" b="0">
                <a:solidFill>
                  <a:srgbClr val="5F5C6D"/>
                </a:solidFill>
              </a:rPr>
              <a:t>Kaynak: 1-icerik-tarayici.md ve 3-strateji-analisti.md. Dönem: 11.10–18.10.2026. Dönem dışındaki içerikler yalnızca bağlam için anılır ve tarihleriyle belirtilir.</a:t>
            </a:r>
          </a:p>
          <a:p>
            <a:r>
              <a:rPr sz="1600" b="1">
                <a:solidFill>
                  <a:srgbClr val="5F5C6D"/>
                </a:solidFill>
              </a:rPr>
              <a:t>Genel durum:</a:t>
            </a:r>
            <a:r>
              <a:rPr sz="1600" b="0">
                <a:solidFill>
                  <a:srgbClr val="5F5C6D"/>
                </a:solidFill>
              </a:rPr>
              <a:t> Kritik seviyede uyarı yok. Bir önemli, iki bilgi uyarısı var.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D2B"/>
                </a:solidFill>
              </a:rPr>
              <a:t>Özet tablosu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5C6D"/>
                </a:solidFill>
              </a:rPr>
              <a:t>BOLBÉ · 4 · Erken Uyarı Ajanı · Haftalık Rakip Taraması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Seviye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Başlık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Rakip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Önemli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Lip Treatment lansmanı ve mağaza kampanyası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The Ordinary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Bilgi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Ürün ağırlığı cilt bakımı dışına kaydı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Cream Co.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Bilgi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Rutin formatı bu hafta en yüksek etkileşimi aldı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The Purest Solutions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D2B"/>
                </a:solidFill>
              </a:rPr>
              <a:t>U1 · Önemli · Lip Treatment lansmanı ve mağaza kampanyası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5C6D"/>
                </a:solidFill>
              </a:rPr>
              <a:t>BOLBÉ · 4 · Erken Uyarı Ajanı · Haftalık Rakip Taraması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1D2B"/>
                </a:solidFill>
              </a:rPr>
              <a:t>Ne oldu:</a:t>
            </a:r>
            <a:r>
              <a:rPr sz="1600" b="0">
                <a:solidFill>
                  <a:srgbClr val="1F1D2B"/>
                </a:solidFill>
              </a:rPr>
              <a:t> The Ordinary 8 gün içinde dudak ürünü içeriklerini sıraladı: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09.10 teaser "Coming soon: lips": 228.169 izlenme (dönem dışı).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14.10 Lip Treatment eğitim içeriği (HA + Asiaticoside, $9,90 / €12,30): 109.636 izlenme, 126 yorum, %1,87.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15.10 "The O. Lip Bar" pop-up: 70.415 izlenme, %1,70. Selfridges London 15–21.10, Manchester 26.10–8.11.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16.10 mağaza oyunu (ürün veya %10 indirim, 14.10–31.12): 136.694 izlenme, %1,37.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1D2B"/>
                </a:solidFill>
              </a:rPr>
              <a:t>Neden önemli:</a:t>
            </a:r>
            <a:r>
              <a:rPr sz="1600" b="0">
                <a:solidFill>
                  <a:srgbClr val="1F1D2B"/>
                </a:solidFill>
              </a:rPr>
              <a:t> Hesap 3,12 milyon takipçili ve kampanya 31.12'ye kadar sürüyor. Teaser, hesabın son 8 içerik ortalamasının (113.231) yaklaşık 2 katı. Ancak indirim %10 ile sınırlı, agresif değil. Dosyalarda BOLBÉ'nin dudak ürünü görünmüyor; doğrudan ürün çakışması veride yok. Asıl etki dikkat payı ve fiyat referansı.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1D2B"/>
                </a:solidFill>
              </a:rPr>
              <a:t>Ne yapılmalı:</a:t>
            </a:r>
            <a:r>
              <a:rPr sz="1600" b="0">
                <a:solidFill>
                  <a:srgbClr val="1F1D2B"/>
                </a:solidFill>
              </a:rPr>
              <a:t> Acil aksiyon yok. BOLBÉ için indirim veya kampanya kararı marka sahibine aittir; bu uyarı indirim önerisi değildir. Bilgi olarak marka sahibine iletilsin. Gelecek hafta Manchester pop-up ve lansman sonrası içerikler izlensin.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D2B"/>
                </a:solidFill>
              </a:rPr>
              <a:t>U2 · Bilgi · Ürün ağırlığı cilt bakımı dışına kaydı (Cream Co.)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5C6D"/>
                </a:solidFill>
              </a:rPr>
              <a:t>BOLBÉ · 4 · Erken Uyarı Ajanı · Haftalık Rakip Taraması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1D2B"/>
                </a:solidFill>
              </a:rPr>
              <a:t>Ne oldu:</a:t>
            </a:r>
            <a:r>
              <a:rPr sz="1600" b="0">
                <a:solidFill>
                  <a:srgbClr val="1F1D2B"/>
                </a:solidFill>
              </a:rPr>
              <a:t> Cream Co. 11–15.10 arasında 3 ürün içeriği paylaştı: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11.10 Peptide Glow Face Mist: 33.398 izlenme.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12.10 Aura Rouge parfüm, @ecematalay ile: 5.818 izlenme, 8 yorum.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15.10 Limited Edition Toasted Rose için yorum çağrısı: 31.404 izlenme, 7 yorum.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Son hafta içerikler parfüm, makyaj ve iş birliği ağırlığına yöneldi (1-icerik gözlem 3).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1D2B"/>
                </a:solidFill>
              </a:rPr>
              <a:t>Neden önemli:</a:t>
            </a:r>
            <a:r>
              <a:rPr sz="1600" b="0">
                <a:solidFill>
                  <a:srgbClr val="1F1D2B"/>
                </a:solidFill>
              </a:rPr>
              <a:t> Hesabın önceki içeriklerinin ağırlığı cilt bakımındaydı; bu hafta kayma görülüyor. İş birliği içeriği düşük izlendi (5.818), yani etkisi şimdilik sınırlı. Peptide Glow Face Mist cilt bakımına en yakın ürün; lansman olup olmadığı veriden doğrulanamadı.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1D2B"/>
                </a:solidFill>
              </a:rPr>
              <a:t>Ne yapılmalı:</a:t>
            </a:r>
            <a:r>
              <a:rPr sz="1600" b="0">
                <a:solidFill>
                  <a:srgbClr val="1F1D2B"/>
                </a:solidFill>
              </a:rPr>
              <a:t> Aksiyon yok. İki hafta daha izlensin; cilt bakımı dışı ağırlık sürerse konumlandırma farkı notu olarak Strateji önerileriyle birlikte değerlendirilsin.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D2B"/>
                </a:solidFill>
              </a:rPr>
              <a:t>U3 · Bilgi · Rutin formatı bu hafta en yüksek etkileşimi aldı (The Purest Solutions)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5C6D"/>
                </a:solidFill>
              </a:rPr>
              <a:t>BOLBÉ · 4 · Erken Uyarı Ajanı · Haftalık Rakip Taraması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1D2B"/>
                </a:solidFill>
              </a:rPr>
              <a:t>Ne oldu:</a:t>
            </a:r>
            <a:r>
              <a:rPr sz="1600" b="0">
                <a:solidFill>
                  <a:srgbClr val="1F1D2B"/>
                </a:solidFill>
              </a:rPr>
              <a:t> TPS 12.10 sabah duş ve vücut bakımı rutini reel'i (33 sn): 100.667 izlenme, 4.153 beğeni, %4,24 etkileşim. Bu hafta rakipler arasında en yüksek etkileşim. Hesabın son 8 içerik ortalaması 82.217 izlenme; yani belirgin bir sapma değil (yaklaşık 1,2 kat). Dönem dışı bağlam: Cream Co.'nun 05.10 "dört adımlı rutin" içeriği 89.014 izlenme aldı (hesap ortalaması 26.520, yaklaşık 3,4 kat). TPS'nin 16.09 #sundayreset reel'i 237.806 izlenme aldı.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1D2B"/>
                </a:solidFill>
              </a:rPr>
              <a:t>Neden önemli:</a:t>
            </a:r>
            <a:r>
              <a:rPr sz="1600" b="0">
                <a:solidFill>
                  <a:srgbClr val="1F1D2B"/>
                </a:solidFill>
              </a:rPr>
              <a:t> Rutin formatı iki rakipte de tekrar yüksek izlenme topluyor. BOLBÉ'de rutin içeriği bu dönemde yalnız bir temizleme üçlüsü (1.234 izlenme, 07.10) ile sınırlı. Strateji önerisi 2 ile örtüşüyor.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1D2B"/>
                </a:solidFill>
              </a:rPr>
              <a:t>Ne yapılmalı:</a:t>
            </a:r>
            <a:r>
              <a:rPr sz="1600" b="0">
                <a:solidFill>
                  <a:srgbClr val="1F1D2B"/>
                </a:solidFill>
              </a:rPr>
              <a:t> Acil değil. Strateji önerisi 2 (sade rutin reel'i) BOLBÉ'nin kendi içerik planında değerlendirilebilir. Rakip içeriği kopyalanmadan, BOLBÉ dilinde ve sağlık iddiası olmadan uygulanmalı.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D2B"/>
                </a:solidFill>
              </a:rPr>
              <a:t>Kontrol edilen kategoriler (bu hafta)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5C6D"/>
                </a:solidFill>
              </a:rPr>
              <a:t>BOLBÉ · 4 · Erken Uyarı Ajanı · Haftalık Rakip Taraması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Kategori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Sonuç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Olağandışı viral (rakip ortalamasının belirgin üstü)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Bu hafta yok. En yüksek oran yaklaşık 1,2 kat (TPS 12.10, The Ordinary 16.10). Belirgin sapmalar dönem dışında (09.10, 05.10, 16.09).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Yeni ürün lansmanı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The Ordinary Lip Treatment (U1). Cream Co. olası, doğrulanmadı (U2). TPS'de bu hafta lansman yok.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Agresif indirim / kampanya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Yok. The Ordinary'nin %10 mağaza kampanyası (U1) agresif sayılmaz.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Konumlandırmaya doğrudan saldırı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Tespit edilmedi. The Ordinary 13.10 "cilt bakımı mitlerini çürütüyoruz" içeriğinin konu başlığında BOLBÉ'ye atıf yok; metin incelenmedi.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Kriz / şikâyet dalgası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Değerlendirilemedi. Yorum metinleri yok, yalnız yorum sayıları var.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Yeni trend formatı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Bu hafta belirgin yeni format yok. Teaser, rutin, karşılaştırma ve mit çürütme formatları önceki haftalarda da görülüyor.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D2B"/>
                </a:solidFill>
              </a:rPr>
              <a:t>Veri sınırları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5C6D"/>
                </a:solidFill>
              </a:rPr>
              <a:t>BOLBÉ · 4 · Erken Uyarı Ajanı · Haftalık Rakip Taraması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Yorum metinleri ve tam açıklamalar görülmedi. Kriz ve saldırı kontrolü yalnız konu başlıklarına dayanır.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Cream Co.'nun beğenileri gizli; etkileşim oranları güvenilir değil.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TPS ve Cream Co. 18.10'da eklendi; geçmiş kısmi.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Etk. % değerleri Virale'den alındı. (Beğeni + yorum) / izlenme ile birebir tutmuyor: BOLBÉ 12.10 quiz için hesaplanan %5,1, tabloda %5,72. Payda belirsiz; sıralama bu hesapta da değişmiyor.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Web veya basın taraması yapılmadı; kampanya bilgileri gönderi açıklamalarından alındı.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